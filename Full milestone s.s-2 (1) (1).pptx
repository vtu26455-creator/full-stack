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60" r:id="rId6"/>
    <p:sldId id="261" r:id="rId7"/>
    <p:sldId id="272" r:id="rId8"/>
    <p:sldId id="262" r:id="rId9"/>
    <p:sldId id="263" r:id="rId10"/>
    <p:sldId id="264" r:id="rId11"/>
    <p:sldId id="266" r:id="rId12"/>
    <p:sldId id="269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586E6E-C22E-4828-957C-43F4BA814C46}" v="126" dt="2026-04-15T14:11:52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 txBox="1"/>
          <p:nvPr/>
        </p:nvSpPr>
        <p:spPr>
          <a:xfrm>
            <a:off x="-8934997" y="-73893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32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386128" y="3283226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10211CS224 / FULL STACK APPLICATION DEVELOPMENT (JAVA</a:t>
            </a:r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 20-04-2026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168808" y="5906649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 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38200" y="8052519"/>
            <a:ext cx="946933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G V LOKESH REDDY </a:t>
            </a:r>
            <a:r>
              <a:rPr lang="en-US" sz="30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– VTU26455–23UECS0964 </a:t>
            </a:r>
            <a:endParaRPr lang="en-IN" sz="30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582400" y="7982686"/>
            <a:ext cx="7772399" cy="1361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Dr. S. Hemamalini – M.E., Ph.D.</a:t>
            </a:r>
            <a:endParaRPr lang="en-IN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SDG: SDG 9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Industry, Innovation and Infrastructure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4DD3DA66-D1FD-0E54-EEE2-6F84998B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589879"/>
            <a:ext cx="12801600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 is a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recruitment system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connect job seekers and employers in a single platform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Eliminates traditional manual hiring methods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job discovery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Easy application submission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Efficient hiring process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UI (dark theme)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usability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both: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Students (job seekers)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Employers (recruiters)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1851160" y="752602"/>
            <a:ext cx="14935200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2F08-4DB2-DD41-A2D0-4444498758E2}"/>
              </a:ext>
            </a:extLst>
          </p:cNvPr>
          <p:cNvSpPr txBox="1"/>
          <p:nvPr/>
        </p:nvSpPr>
        <p:spPr>
          <a:xfrm>
            <a:off x="3171127" y="1709875"/>
            <a:ext cx="1135682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hiring systems suffer from: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tracking of applications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issues like: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finding relevant jobs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tracking system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multiple applicants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filtering system 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Hence, a smart job portal system is required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518F53-36D0-3F5B-C774-53E0E6D63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B2979760-9C2B-69AE-D95A-63B831A8DF1A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3B53617-53FC-D816-49A7-4CF7DF4EDE5C}"/>
              </a:ext>
            </a:extLst>
          </p:cNvPr>
          <p:cNvGrpSpPr/>
          <p:nvPr/>
        </p:nvGrpSpPr>
        <p:grpSpPr>
          <a:xfrm>
            <a:off x="709357" y="2809578"/>
            <a:ext cx="890843" cy="830997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9B5F2B1-2688-5BD9-1CEE-9EDD37A1AB2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D98536A1-5EF1-EFA3-AFC6-0FD60BEEE29E}"/>
                </a:ext>
              </a:extLst>
            </p:cNvPr>
            <p:cNvSpPr txBox="1"/>
            <p:nvPr/>
          </p:nvSpPr>
          <p:spPr>
            <a:xfrm>
              <a:off x="76200" y="109077"/>
              <a:ext cx="653376" cy="62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 dirty="0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59B30923-EAA5-EEC5-10AD-D83128A173D7}"/>
              </a:ext>
            </a:extLst>
          </p:cNvPr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FED7EB38-D2E7-3D61-23CA-2B4FDBDD5D9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F681A7CD-A4DF-C60E-BF85-DE9ACE7BA67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39A75B1-00D5-783E-2231-EBFF338A98F3}"/>
              </a:ext>
            </a:extLst>
          </p:cNvPr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4D104A9-2005-815D-39AE-42A58F0757D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FDDF02F3-CDB6-7EC5-326B-480E2E84726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C4DB64F-2E10-16F0-F01B-A3FAE01F5730}"/>
              </a:ext>
            </a:extLst>
          </p:cNvPr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BCD4A941-F992-4246-E688-4D758D50C31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C73B6DA-72D2-3528-3859-BC8CEAF83D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A81D620-9430-B0E3-21DD-BDDBBED8292D}"/>
              </a:ext>
            </a:extLst>
          </p:cNvPr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6E25A5A4-8FC7-D034-5BE3-F8AB733475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5137BFB1-FBB7-F837-E178-C5DB3DC34D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9D2A9F0A-418B-949C-8B7B-209F19B90CD3}"/>
              </a:ext>
            </a:extLst>
          </p:cNvPr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A7708A5-89B1-AE08-EF2C-53947E7340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7D42A275-080B-34EF-6CCC-0D78D7AFF84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BE54F26D-7AA3-8FB2-FC1F-A79B4E9EC6BA}"/>
              </a:ext>
            </a:extLst>
          </p:cNvPr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24EB3294-9112-0B44-A20A-EA1807F8CA3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ABCDC716-BD8B-FD66-61F9-EA2917DA07E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A996E64-D958-31D4-F16C-A58562809912}"/>
              </a:ext>
            </a:extLst>
          </p:cNvPr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93685BA-14D9-41FE-6D59-267EF8D6A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5CB0001-EA23-124F-2122-88F03D1FAC1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CBAD8B7-5F92-4A59-D40B-34EAE903E940}"/>
              </a:ext>
            </a:extLst>
          </p:cNvPr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>
              <a:extLst>
                <a:ext uri="{FF2B5EF4-FFF2-40B4-BE49-F238E27FC236}">
                  <a16:creationId xmlns:a16="http://schemas.microsoft.com/office/drawing/2014/main" id="{9B10FCE2-F46B-9EE0-5B5B-4C12B39FB6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>
              <a:extLst>
                <a:ext uri="{FF2B5EF4-FFF2-40B4-BE49-F238E27FC236}">
                  <a16:creationId xmlns:a16="http://schemas.microsoft.com/office/drawing/2014/main" id="{0B0665D9-66A3-8AE5-904E-2294DACE9E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D4C4631-69AD-5761-EB71-8B64589B7B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E3DC0E-80C5-688B-FA51-3C74B4A955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8" y="1638300"/>
            <a:ext cx="1447800" cy="77212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B4A2AE-018E-FB86-A446-4A3958B8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634847"/>
            <a:ext cx="14136091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 full-stack job portal application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Easy job search functionality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Efficient job posting system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Secure login authentication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Role-based access control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Responsive and modern UI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ensure: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Data consistency and reliability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6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-3048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8B0C1F-09C3-0A9F-4624-90B08F98900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657600" y="908092"/>
            <a:ext cx="10134600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consists of two main users: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1.Student/User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2.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Employer/Admin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Functionalities: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User registration and login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Job posting and browsing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Application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Dashboard analytics 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ensures: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Data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Secure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Smooth interaction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0A405A-9272-A6DF-5B2F-9E527C3FB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712" y="1316561"/>
            <a:ext cx="11458575" cy="8477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B00A5-39DA-7789-CD43-58B059CB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48CECF56-D61A-74CE-881A-5CCCF4ECCD80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68D2B0-3941-5E43-6E36-D8032519D5B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81F40C6-EA7E-0E57-37FA-1EBB0C0406F8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55D54ED-7864-7544-36FF-B68A8BB42DAF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280D55-AA16-3A8C-92E3-EEC9355B56F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B7F034-0BBD-5622-62BE-69AB4CC22A4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E5D42DD-5978-37F6-0AEB-7DB70C33ECF8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5DC7C34-0562-5A52-3D86-F65A3732852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4B9C5FB-79BB-A284-9712-D3CE2AB5588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802367C-17B6-97ED-FC6D-D53D4328B0FC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46B3C9AE-50F2-2E66-32AE-C73F7B93E60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9953DCF3-C217-0C37-5C5D-E46857642FA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6FC69C90-57BE-5B6B-5B52-F98087FB5A05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50BA52A-8537-7164-F2F0-C99FBBC00A7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0DE4464-5832-9EA3-325C-1058544C655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B7691F5-1238-E0C7-9717-8D43594181F6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A2D74B0-5F52-788D-FB57-F6DC4D50FC2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A2A28CB8-5C25-D119-B53E-92DD73780CD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0AA86915-1896-B47B-82E4-3676CB85E726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8549D7C-135D-B7F9-4D4C-67076FDD95D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9BF93FE4-1797-6014-DE4D-28910122D45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FDAA4A6E-2BD5-90E2-2945-FE09105AE87E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030BDAD-4001-DA9C-E46E-3F6C30BF1D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0576C255-6967-0222-87FF-43FECEA2EF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2907258C-2CF0-76B5-A038-4FE550EEF89F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32B1429F-E6DA-F8C6-4B4D-8D9131116A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E8F359EE-4E81-DFBE-E548-91F87D66D60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A9786538-F45D-6184-F523-BFE85CE13B6D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80C607-A49A-D3B0-790E-72126BCDB1A5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CBFF26-6B2E-8245-6519-428DC6F6D636}"/>
              </a:ext>
            </a:extLst>
          </p:cNvPr>
          <p:cNvSpPr txBox="1"/>
          <p:nvPr/>
        </p:nvSpPr>
        <p:spPr>
          <a:xfrm>
            <a:off x="2209800" y="1638300"/>
            <a:ext cx="15082325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Input: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enter data such as login details, job search filters, and job postings.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collected through the web interface (frontend).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Processing: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processes user requests and validates the input data.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handles business logic like job posting, searching, and applications.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Database: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all system data including users, jobs, and applications.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relationships and ensures data consistency.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Output: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results such as job listings, dashboards, and application status.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responses to users based on their actions.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Data Flow: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flows from user input → backend processing → database → output display.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smooth communication between all system components.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2299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FC785D-3D55-9B62-0F57-EFF7846DC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015466"/>
            <a:ext cx="12915900" cy="64808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2534" y="1189072"/>
            <a:ext cx="15082325" cy="7494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JavaScript,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thymeleaf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Java, Spring Boot(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SpringMVC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</a:p>
          <a:p>
            <a:pPr algn="just">
              <a:lnSpc>
                <a:spcPct val="150000"/>
              </a:lnSpc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Security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algn="just"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l-N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MAC, Web Browser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577104" y="1936792"/>
            <a:ext cx="14960870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and registration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login by verifying username and 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(Student / Employer / Admin)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Job Management: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post, edit, delete jobs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apply for jobs, Track application status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jobs by: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18114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1902569" y="1409700"/>
            <a:ext cx="10670431" cy="1129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</a:t>
            </a: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20F422-D741-48C0-9B37-2B65E0D94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40" y="1311816"/>
            <a:ext cx="14448780" cy="75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6F2C30-13B1-3754-C147-D58A899BC459}"/>
              </a:ext>
            </a:extLst>
          </p:cNvPr>
          <p:cNvSpPr txBox="1"/>
          <p:nvPr/>
        </p:nvSpPr>
        <p:spPr>
          <a:xfrm>
            <a:off x="1849397" y="1087751"/>
            <a:ext cx="15108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66D061E3-8DE8-2249-E63E-3666AC32A0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C7063E1-CD05-0FC5-E848-B8FC3A0F00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4000" y="51435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FD9D6DC6-B379-043A-9381-E71740BAD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78760" y="62252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" name="TextBox 37">
            <a:extLst>
              <a:ext uri="{FF2B5EF4-FFF2-40B4-BE49-F238E27FC236}">
                <a16:creationId xmlns:a16="http://schemas.microsoft.com/office/drawing/2014/main" id="{2DB6F320-3B41-F6FC-4986-F6BC65BA11CF}"/>
              </a:ext>
            </a:extLst>
          </p:cNvPr>
          <p:cNvSpPr txBox="1"/>
          <p:nvPr/>
        </p:nvSpPr>
        <p:spPr>
          <a:xfrm>
            <a:off x="17817087" y="341801"/>
            <a:ext cx="8932970" cy="931949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6D236CD-21E7-4A2E-8E42-2F0FF7CEF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224" y="1504578"/>
            <a:ext cx="13706176" cy="815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33AAA-EE6C-0861-C24C-73ECA3F16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1452737"/>
            <a:ext cx="15931834" cy="748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D2E13F-98EE-BFEB-8F7C-EF532FF8FA5D}"/>
              </a:ext>
            </a:extLst>
          </p:cNvPr>
          <p:cNvSpPr txBox="1"/>
          <p:nvPr/>
        </p:nvSpPr>
        <p:spPr>
          <a:xfrm>
            <a:off x="2366679" y="1362990"/>
            <a:ext cx="13554642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efficient system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authentication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features in current version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AI-based recommendations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scalability without cloud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Times New Roman" panose="02020603050405020304" pitchFamily="18" charset="0"/>
                <a:ea typeface="Gotham Bold Italics"/>
                <a:cs typeface="Times New Roman" panose="02020603050405020304" pitchFamily="18" charset="0"/>
                <a:sym typeface="Gotham Bold Italic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731</Words>
  <Application>Microsoft Office PowerPoint</Application>
  <PresentationFormat>Custom</PresentationFormat>
  <Paragraphs>285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Times New Roman</vt:lpstr>
      <vt:lpstr>Bookman Old Style</vt:lpstr>
      <vt:lpstr>Gotham</vt:lpstr>
      <vt:lpstr>Wingdings</vt:lpstr>
      <vt:lpstr>Calibri</vt:lpstr>
      <vt:lpstr>Cambria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H P</dc:creator>
  <cp:lastModifiedBy>Madhusudhan Reddy</cp:lastModifiedBy>
  <cp:revision>26</cp:revision>
  <dcterms:created xsi:type="dcterms:W3CDTF">2006-08-16T00:00:00Z</dcterms:created>
  <dcterms:modified xsi:type="dcterms:W3CDTF">2026-04-20T04:59:15Z</dcterms:modified>
  <dc:identifier>DAHCaYqJ9OU</dc:identifier>
</cp:coreProperties>
</file>